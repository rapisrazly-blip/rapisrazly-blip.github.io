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97280"/>
            <a:ext cx="54864" cy="2743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マーケティングAIツール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開発ポートフォリオ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2468880" cy="384048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743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LP自動生成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2468880" cy="384048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743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セールスコンテンツ自動化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743200"/>
            <a:ext cx="2468880" cy="384048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2743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LINE連携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AIデザイナー・フリーランスエンジニア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82296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71232" y="82296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27264" y="82296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82296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82296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82296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37160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71232" y="137160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27264" y="137160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137160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9328" y="137160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0" y="137160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92024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71232" y="192024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27264" y="192024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192024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192024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0" y="192024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246888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71232" y="246888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27264" y="246888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83296" y="246888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39328" y="246888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5360" y="246888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301752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71232" y="301752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27264" y="301752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83296" y="301752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39328" y="301752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0" y="3017520"/>
            <a:ext cx="54864" cy="54864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プロフィール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56032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2560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138160" cy="2331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/ ChatGPT APIを活用したAIツール開発が専門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「リード獲得 → LP → LINE → 販売」の一連の仕組みを設計・実装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高単価講座・コンサル業界向けのマーケティング自動化に注力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ノーコード〜フルコードまで幅広く対応可能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840480"/>
            <a:ext cx="8595360" cy="960120"/>
          </a:xfrm>
          <a:prstGeom prst="rect">
            <a:avLst/>
          </a:prstGeom>
          <a:solidFill>
            <a:srgbClr val="0D1326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使用技術・スキル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4224528"/>
            <a:ext cx="1115568" cy="347472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42245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18488" y="4224528"/>
            <a:ext cx="1115568" cy="347472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18488" y="42245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25496" y="4224528"/>
            <a:ext cx="1115568" cy="347472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25496" y="42245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ChatGPT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32504" y="4224528"/>
            <a:ext cx="1115568" cy="347472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32504" y="42245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Messaging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39512" y="4224528"/>
            <a:ext cx="1115568" cy="347472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39512" y="42245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UTAGE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4224528"/>
            <a:ext cx="1115568" cy="347472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2245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Zapier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53528" y="4224528"/>
            <a:ext cx="1115568" cy="347472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53528" y="42245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ノーコード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開発済みAIツール一覧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TOOLS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834640" cy="96012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45720" cy="96012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0424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28016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x-auto-post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" y="15819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X(Twitter)自動投稿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3260" y="1005840"/>
            <a:ext cx="2834640" cy="960120"/>
          </a:xfrm>
          <a:prstGeom prst="rect">
            <a:avLst/>
          </a:prstGeom>
          <a:solidFill>
            <a:srgbClr val="1C2D5E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3260" y="1005840"/>
            <a:ext cx="4572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6412" y="10424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2988" y="128016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cc-slides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2988" y="15819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AIセールススライド生成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834640" cy="96012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45720" cy="96012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0424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27648" y="128016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scraping-agent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27648" y="15819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Web情報収集エージェント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039112"/>
            <a:ext cx="2834640" cy="96012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039112"/>
            <a:ext cx="45720" cy="96012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20756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" y="231343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job-scout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" y="26151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案件自動取得ツール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3260" y="2039112"/>
            <a:ext cx="2834640" cy="960120"/>
          </a:xfrm>
          <a:prstGeom prst="rect">
            <a:avLst/>
          </a:prstGeom>
          <a:solidFill>
            <a:srgbClr val="1C2D5E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3260" y="2039112"/>
            <a:ext cx="4572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6412" y="20756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2988" y="231343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oc-responder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32988" y="26151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LINE回答効率化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039112"/>
            <a:ext cx="2834640" cy="96012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039112"/>
            <a:ext cx="45720" cy="96012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20756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7648" y="231343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cc-video-editor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27648" y="26151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動画字幕自動付与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072384"/>
            <a:ext cx="2834640" cy="960120"/>
          </a:xfrm>
          <a:prstGeom prst="rect">
            <a:avLst/>
          </a:prstGeom>
          <a:solidFill>
            <a:srgbClr val="1C2D5E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072384"/>
            <a:ext cx="4572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31089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8328" y="3346704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cc-lp-v2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38328" y="364845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LP制作自動化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23260" y="3072384"/>
            <a:ext cx="2834640" cy="96012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23260" y="3072384"/>
            <a:ext cx="45720" cy="96012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6412" y="31089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32988" y="3346704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work-lister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332988" y="364845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業務洗い出し自動化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072384"/>
            <a:ext cx="2834640" cy="960120"/>
          </a:xfrm>
          <a:prstGeom prst="rect">
            <a:avLst/>
          </a:prstGeom>
          <a:solidFill>
            <a:srgbClr val="1C2D5E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3072384"/>
            <a:ext cx="4572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1089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27648" y="3346704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line-group-bot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327648" y="364845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LINEグループBot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8600" y="4105656"/>
            <a:ext cx="2834640" cy="96012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28600" y="4105656"/>
            <a:ext cx="45720" cy="96012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" y="41422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8328" y="4379976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cc-project-builder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338328" y="468172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システム開発支援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23260" y="4105656"/>
            <a:ext cx="2834640" cy="960120"/>
          </a:xfrm>
          <a:prstGeom prst="rect">
            <a:avLst/>
          </a:prstGeom>
          <a:solidFill>
            <a:srgbClr val="1C2D5E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23260" y="4105656"/>
            <a:ext cx="4572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6412" y="41422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32988" y="4379976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oc-responder-v2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3332988" y="468172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FAQ自動生成＋UTAGE連携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17920" y="4105656"/>
            <a:ext cx="2834640" cy="96012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17920" y="4105656"/>
            <a:ext cx="45720" cy="96012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91072" y="41422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27648" y="4379976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seo-article-agent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327648" y="468172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SEO記事自動生成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8600" y="4846320"/>
            <a:ext cx="4572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800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本案件に直結するツール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【案件直結①】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LP制作自動化ツール「cc-lp-v2」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3749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ターゲット・商品情報を入力するだけで、LP構成・キャッチコピー・本文まで自動生成するツール。高単価講座のLP制作コストを大幅に削減。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使用技術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15568" cy="320040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64208" y="2834640"/>
            <a:ext cx="1115568" cy="320040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64208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71216" y="2834640"/>
            <a:ext cx="1115568" cy="320040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71216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HTML出力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224528"/>
            <a:ext cx="3840480" cy="457200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本案件での活用：LP自動生成業務に即日対応可能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206240" cy="109728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64008" cy="109728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78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1353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高単価講座向けのLP構成パターンを内蔵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206240" cy="109728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286000"/>
            <a:ext cx="64008" cy="109728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313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5877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ファーストビュー〜CTAまで一貫した流れを自動出力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520440"/>
            <a:ext cx="4206240" cy="109728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520440"/>
            <a:ext cx="64008" cy="109728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8221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出力フォーマットはHTML / テキスト両対応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【案件直結②】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AIセールススライド自動生成「cc-slides」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3749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商品・サービス情報を入力するだけで、セールス用スライドを自動生成。メルマガ・LINE配信・広告コピーへの転用も可能。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使用技術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15568" cy="320040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64208" y="2834640"/>
            <a:ext cx="1115568" cy="320040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64208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71216" y="2834640"/>
            <a:ext cx="1115568" cy="320040"/>
          </a:xfrm>
          <a:prstGeom prst="rect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71216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PPTX生成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224528"/>
            <a:ext cx="3840480" cy="457200"/>
          </a:xfrm>
          <a:prstGeom prst="rect">
            <a:avLst/>
          </a:prstGeom>
          <a:solidFill>
            <a:srgbClr val="1A3A1A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本案件での活用：セールスコンテンツ量産に対応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206240" cy="109728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64008" cy="109728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78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1353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AIDA / PASONAなどのマーケティングフレームワークを適用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206240" cy="109728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286000"/>
            <a:ext cx="64008" cy="109728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313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5877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メルマガ・LINE・広告用コピーへの転用も可能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520440"/>
            <a:ext cx="4206240" cy="109728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520440"/>
            <a:ext cx="64008" cy="109728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8221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修正指示をAIに伝えて即時反映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【案件直結③】</a:t>
            </a:r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LINE自動化ツール群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109728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oc-responder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LINE回答効率化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問い合わせ内容をAIが自動解析し、最適な回答案を即時生成。オペレーター対応工数を大幅削減。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109728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line-group-bot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LINEグループBot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グループLINE内の質問・発言に自動応答。FAQベースの回答とエスカレーション機能を実装。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8595360" cy="1097280"/>
          </a:xfrm>
          <a:prstGeom prst="rect">
            <a:avLst/>
          </a:prstGeom>
          <a:solidFill>
            <a:srgbClr val="1E27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20440"/>
            <a:ext cx="64008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oc-responder-v2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FAQ生成＋UTAGE連携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04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よくある質問を自動整理してFAQページを生成。UTAGEと連携し高単価講座の販売導線を構築。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0D13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Messaging API + Claude API ｜ UTAGE連携 ｜ 配信・返信・FAQ対応まで一括自動化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その他の開発ツール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173736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27048"/>
            <a:ext cx="502920" cy="502920"/>
          </a:xfrm>
          <a:prstGeom prst="ellipse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x-auto-post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4996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X(Twitter)自動投稿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95681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広告・SNS運用補助に活用可能。コンテンツのスケジュール投稿を自動化し、SNSマーケティングを効率化。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24128"/>
            <a:ext cx="4206240" cy="173736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527048"/>
            <a:ext cx="502920" cy="502920"/>
          </a:xfrm>
          <a:prstGeom prst="ellipse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seo-article-agent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14996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SEO記事自動生成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195681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ターゲットKWを入力するだけでSEO最適化された記事を自動生成。リード獲得コンテンツを量産。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4206240" cy="173736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447288"/>
            <a:ext cx="502920" cy="502920"/>
          </a:xfrm>
          <a:prstGeom prst="ellipse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scraping-agent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" y="3419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Web情報収集エージェント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87705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競合・市場情報を自動収集してレポート化。マーケティング戦略の立案に活用。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44368"/>
            <a:ext cx="4206240" cy="173736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447288"/>
            <a:ext cx="502920" cy="502920"/>
          </a:xfrm>
          <a:prstGeom prst="ellipse">
            <a:avLst/>
          </a:prstGeom>
          <a:solidFill>
            <a:srgbClr val="1C3060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3419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案件自動取得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387705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案件情報の自動収集・フィルタリング・通知。業務効率化の実績あり。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対応可能な業務・稼働条件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3749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対応業務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94760" cy="3017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LP・セールスページの自動生成ツール開発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セールスコンテンツ（スライド・メルマガ・LINE文）の自動化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Bot構築・UTAGE連携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広告運用補助ツール（Meta/Google向けレポート・改善提案）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SNS自動投稿・コンテンツ量産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1E2747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64008" cy="3749040"/>
          </a:xfrm>
          <a:prstGeom prst="rect">
            <a:avLst/>
          </a:prstGeom>
          <a:solidFill>
            <a:srgbClr val="2ECDC4"/>
          </a:solidFill>
          <a:ln w="12700">
            <a:solidFill>
              <a:srgbClr val="2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CD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稼働条件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73168" y="1645920"/>
            <a:ext cx="3977640" cy="457200"/>
          </a:xfrm>
          <a:prstGeom prst="rect">
            <a:avLst/>
          </a:prstGeom>
          <a:solidFill>
            <a:srgbClr val="0D1326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稼働日数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週2〜3日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73168" y="2212848"/>
            <a:ext cx="3977640" cy="457200"/>
          </a:xfrm>
          <a:prstGeom prst="rect">
            <a:avLst/>
          </a:prstGeom>
          <a:solidFill>
            <a:srgbClr val="0D1326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212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稼働時間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1日3〜5時間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73168" y="2779776"/>
            <a:ext cx="3977640" cy="457200"/>
          </a:xfrm>
          <a:prstGeom prst="rect">
            <a:avLst/>
          </a:prstGeom>
          <a:solidFill>
            <a:srgbClr val="0D1326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7797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勤務形態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7797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フルリモート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73168" y="3346704"/>
            <a:ext cx="3977640" cy="457200"/>
          </a:xfrm>
          <a:prstGeom prst="rect">
            <a:avLst/>
          </a:prstGeom>
          <a:solidFill>
            <a:srgbClr val="0D1326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3467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対応言語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3467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3913632"/>
            <a:ext cx="3977640" cy="457200"/>
          </a:xfrm>
          <a:prstGeom prst="rect">
            <a:avLst/>
          </a:prstGeom>
          <a:solidFill>
            <a:srgbClr val="0D1326"/>
          </a:solidFill>
          <a:ln w="12700">
            <a:solidFill>
              <a:srgbClr val="2D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9136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契約形態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9136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業務委託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7680960" cy="3657600"/>
          </a:xfrm>
          <a:prstGeom prst="rect">
            <a:avLst/>
          </a:prstGeom>
          <a:solidFill>
            <a:srgbClr val="1E27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777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「売れる仕組み」をAIで一緒に作ります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88720" y="1874520"/>
            <a:ext cx="1463040" cy="502920"/>
          </a:xfrm>
          <a:prstGeom prst="rect">
            <a:avLst/>
          </a:prstGeom>
          <a:solidFill>
            <a:srgbClr val="1C306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リード獲得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70048" y="18745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63240" y="1874520"/>
            <a:ext cx="1463040" cy="502920"/>
          </a:xfrm>
          <a:prstGeom prst="rect">
            <a:avLst/>
          </a:prstGeom>
          <a:solidFill>
            <a:srgbClr val="1C306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324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44568" y="18745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1874520"/>
            <a:ext cx="1463040" cy="502920"/>
          </a:xfrm>
          <a:prstGeom prst="rect">
            <a:avLst/>
          </a:prstGeom>
          <a:solidFill>
            <a:srgbClr val="1C306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9088" y="18745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12280" y="1874520"/>
            <a:ext cx="1463040" cy="502920"/>
          </a:xfrm>
          <a:prstGeom prst="rect">
            <a:avLst/>
          </a:prstGeom>
          <a:solidFill>
            <a:srgbClr val="1C306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リピート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57860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「全フローをAIで自動化・最適化」できるパートナーとして、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0E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お役に立てます。まずはお気軽にご相談ください。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3520440"/>
            <a:ext cx="4023360" cy="548640"/>
          </a:xfrm>
          <a:prstGeom prst="rect">
            <a:avLst/>
          </a:prstGeom>
          <a:solidFill>
            <a:srgbClr val="0D1326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Contact: </a:t>
            </a:r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rapisrazly@gmail.com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マーケティングAIツール 開発ポートフォリオ</dc:title>
  <dc:subject>PptxGenJS Presentation</dc:subject>
  <dc:creator>AIデザイナー・フリーランスエンジニア</dc:creator>
  <cp:lastModifiedBy>AIデザイナー・フリーランスエンジニア</cp:lastModifiedBy>
  <cp:revision>1</cp:revision>
  <dcterms:created xsi:type="dcterms:W3CDTF">2026-04-28T04:19:29Z</dcterms:created>
  <dcterms:modified xsi:type="dcterms:W3CDTF">2026-04-28T04:19:29Z</dcterms:modified>
</cp:coreProperties>
</file>